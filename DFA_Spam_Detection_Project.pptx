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Poppins" panose="00000500000000000000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67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Poppins" panose="000005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7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9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0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0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3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3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4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6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Poppins" panose="00000500000000000000" pitchFamily="2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  <a:latin typeface="Poppins" panose="00000500000000000000" pitchFamily="2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85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Poppins" panose="00000500000000000000" pitchFamily="2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Poppins" panose="00000500000000000000" pitchFamily="2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Poppins" panose="00000500000000000000" pitchFamily="2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Poppins" panose="00000500000000000000" pitchFamily="2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Poppins" panose="00000500000000000000" pitchFamily="2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Poppins" panose="00000500000000000000" pitchFamily="2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097" y="2654159"/>
            <a:ext cx="7543800" cy="105909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DFA-Based Spam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660205"/>
            <a:ext cx="7543801" cy="734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latin typeface="Poppins" panose="00000500000000000000" pitchFamily="2" charset="0"/>
                <a:cs typeface="Poppins" panose="00000500000000000000" pitchFamily="2" charset="0"/>
              </a:rPr>
              <a:t>Muhammad Abdullah Ghaus</a:t>
            </a:r>
            <a:b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sz="1400" dirty="0">
                <a:latin typeface="Poppins" panose="00000500000000000000" pitchFamily="2" charset="0"/>
                <a:cs typeface="Poppins" panose="00000500000000000000" pitchFamily="2" charset="0"/>
              </a:rPr>
              <a:t>25K-7811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E2920F-C4BE-77DF-E7EA-15E4CC178A9F}"/>
              </a:ext>
            </a:extLst>
          </p:cNvPr>
          <p:cNvSpPr txBox="1">
            <a:spLocks/>
          </p:cNvSpPr>
          <p:nvPr/>
        </p:nvSpPr>
        <p:spPr>
          <a:xfrm>
            <a:off x="800099" y="940215"/>
            <a:ext cx="7543800" cy="5710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</a:rPr>
              <a:t>Advanced Theory of Computation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This project demonstrates how Deterministic Finite Automata (DFA) can be used to detect spam messages through keyword-based pattern recognition. </a:t>
            </a:r>
          </a:p>
          <a:p>
            <a:pPr>
              <a:lnSpc>
                <a:spcPct val="100000"/>
              </a:lnSpc>
            </a:pPr>
            <a:r>
              <a:rPr lang="en-US" dirty="0"/>
              <a:t>The goal is to classify messages into:</a:t>
            </a:r>
          </a:p>
          <a:p>
            <a:r>
              <a:rPr lang="en-US" dirty="0"/>
              <a:t>Spam: Messages containing promotional or scam patterns</a:t>
            </a:r>
          </a:p>
          <a:p>
            <a:r>
              <a:rPr lang="en-US" dirty="0"/>
              <a:t>Ham: Normal/legitimate messages</a:t>
            </a:r>
          </a:p>
          <a:p>
            <a:r>
              <a:rPr lang="en-US" dirty="0"/>
              <a:t>The project shows a practical application of Theory of Computation in real-world text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533341"/>
            <a:ext cx="7543801" cy="1791318"/>
          </a:xfrm>
        </p:spPr>
        <p:txBody>
          <a:bodyPr/>
          <a:lstStyle/>
          <a:p>
            <a:r>
              <a:rPr dirty="0"/>
              <a:t>- Spam detection is a major real-world problem</a:t>
            </a:r>
          </a:p>
          <a:p>
            <a:r>
              <a:rPr dirty="0"/>
              <a:t>- DFA provides fast, deterministic pattern matching</a:t>
            </a:r>
          </a:p>
          <a:p>
            <a:r>
              <a:rPr dirty="0"/>
              <a:t>- DFAs power filters, IDS, search engines, compilers</a:t>
            </a:r>
          </a:p>
          <a:p>
            <a:r>
              <a:rPr dirty="0"/>
              <a:t>- Bridges theory and practical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DFA?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Works in O(n)</a:t>
            </a:r>
          </a:p>
          <a:p>
            <a:r>
              <a:t>- No training required</a:t>
            </a:r>
          </a:p>
          <a:p>
            <a:r>
              <a:t>- Low memory usage</a:t>
            </a:r>
          </a:p>
          <a:p>
            <a:r>
              <a:t>- Easy to implement</a:t>
            </a:r>
          </a:p>
          <a:p>
            <a:r>
              <a:t>- Ideal for known patterns</a:t>
            </a:r>
          </a:p>
          <a:p>
            <a:r>
              <a:t>- Uses formal languages &amp; automata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Load labeled spam/ham dataset</a:t>
            </a:r>
          </a:p>
          <a:p>
            <a:r>
              <a:t>- Define spam keywords</a:t>
            </a:r>
          </a:p>
          <a:p>
            <a:r>
              <a:t>- Build DFA for each keyword</a:t>
            </a:r>
          </a:p>
          <a:p>
            <a:r>
              <a:t>- Simulate DFA on messages</a:t>
            </a:r>
          </a:p>
          <a:p>
            <a:r>
              <a:t>- Accept state → spam</a:t>
            </a:r>
          </a:p>
          <a:p>
            <a:r>
              <a:t>- Compute metrics &amp; display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columns:</a:t>
            </a:r>
          </a:p>
          <a:p>
            <a:r>
              <a:t>- v1: label (ham/spam)</a:t>
            </a:r>
          </a:p>
          <a:p>
            <a:r>
              <a:t>- v2: message text</a:t>
            </a:r>
          </a:p>
          <a:p>
            <a:endParaRPr/>
          </a:p>
          <a:p>
            <a:r>
              <a:t>Examples:</a:t>
            </a:r>
          </a:p>
          <a:p>
            <a:r>
              <a:t>- ham: 'Hey are we meeting today?'</a:t>
            </a:r>
          </a:p>
          <a:p>
            <a:r>
              <a:t>- spam: 'You WIN a free iPhone!'</a:t>
            </a:r>
          </a:p>
          <a:p>
            <a:endParaRPr/>
          </a:p>
          <a:p>
            <a:r>
              <a:t>Small but effective sample.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DFA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Each keyword → DFA</a:t>
            </a:r>
          </a:p>
          <a:p>
            <a:r>
              <a:t>- State 0: no match</a:t>
            </a:r>
          </a:p>
          <a:p>
            <a:r>
              <a:t>- Final state: keyword matched</a:t>
            </a:r>
          </a:p>
          <a:p>
            <a:r>
              <a:t>- Reads characters sequentially</a:t>
            </a:r>
          </a:p>
          <a:p>
            <a:r>
              <a:t>- Accept → keyword found → spam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Implementation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steps:</a:t>
            </a:r>
          </a:p>
          <a:p>
            <a:r>
              <a:t>- build_keyword_dfa(keyword)</a:t>
            </a:r>
          </a:p>
          <a:p>
            <a:r>
              <a:t>- classify_message(dfalist, text)</a:t>
            </a:r>
          </a:p>
          <a:p>
            <a:r>
              <a:t>- Pandas loads dataset</a:t>
            </a:r>
          </a:p>
          <a:p>
            <a:r>
              <a:t>- Scikit‑learn computes metrics</a:t>
            </a:r>
          </a:p>
          <a:p>
            <a:endParaRPr/>
          </a:p>
          <a:p>
            <a:r>
              <a:t>Metrics:</a:t>
            </a:r>
          </a:p>
          <a:p>
            <a:r>
              <a:t>Accuracy, Precision, Recall, 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Paper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Paper: R‑Diffset vs IR‑Diffset (IJACSA 2023)</a:t>
            </a:r>
          </a:p>
          <a:p>
            <a:endParaRPr/>
          </a:p>
          <a:p>
            <a:r>
              <a:t>Summary:</a:t>
            </a:r>
          </a:p>
          <a:p>
            <a:r>
              <a:t>- R‑Diffset better on dense data</a:t>
            </a:r>
          </a:p>
          <a:p>
            <a:r>
              <a:t>- IR‑Diffset better on sparse data</a:t>
            </a:r>
          </a:p>
          <a:p>
            <a:r>
              <a:t>- Both detect patterns efficiently</a:t>
            </a:r>
          </a:p>
          <a:p>
            <a:endParaRPr/>
          </a:p>
          <a:p>
            <a:r>
              <a:t>Relation: Both focus on pattern recognition; project uses automata.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DFA identifies 'win', 'free', 'congratulations'</a:t>
            </a:r>
          </a:p>
          <a:p>
            <a:r>
              <a:t>- Detects spam with these patterns</a:t>
            </a:r>
          </a:p>
          <a:p>
            <a:r>
              <a:t>- Evaluation metrics show accuracy</a:t>
            </a:r>
          </a:p>
          <a:p>
            <a:r>
              <a:t>- Simple, effective rule‑based classifier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Only known keywords</a:t>
            </a:r>
          </a:p>
          <a:p>
            <a:r>
              <a:t>- Cannot detect modified spam</a:t>
            </a:r>
          </a:p>
          <a:p>
            <a:r>
              <a:t>- No context awareness</a:t>
            </a:r>
          </a:p>
          <a:p>
            <a:r>
              <a:t>- Cannot detect misspellings</a:t>
            </a:r>
          </a:p>
          <a:p>
            <a:r>
              <a:t>- Doesn’t scale to many keywords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Combine DFA + ML</a:t>
            </a:r>
          </a:p>
          <a:p>
            <a:r>
              <a:t>- Use NFA/Regex</a:t>
            </a:r>
          </a:p>
          <a:p>
            <a:r>
              <a:t>- Use Aho–Corasick</a:t>
            </a:r>
          </a:p>
          <a:p>
            <a:r>
              <a:t>- Build GUI/Web interface</a:t>
            </a:r>
          </a:p>
          <a:p>
            <a:r>
              <a:t>- Expand dataset</a:t>
            </a:r>
          </a:p>
          <a:p>
            <a:r>
              <a:t>- Add automata visualization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DFA is fast &amp; lightweight for spam detection</a:t>
            </a:r>
          </a:p>
          <a:p>
            <a:r>
              <a:t>Shows real-world use of Theory of Computation</a:t>
            </a:r>
          </a:p>
          <a:p>
            <a:r>
              <a:t>Connects academic theory to practical systems</a:t>
            </a:r>
          </a:p>
          <a:p>
            <a:r>
              <a:t>Simple, interpretable, effective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563</TotalTime>
  <Words>454</Words>
  <Application>Microsoft Office PowerPoint</Application>
  <PresentationFormat>On-screen Show (4:3)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Poppins</vt:lpstr>
      <vt:lpstr>Retrospect</vt:lpstr>
      <vt:lpstr>DFA-Based Spam Detection System</vt:lpstr>
      <vt:lpstr>Introduction</vt:lpstr>
      <vt:lpstr>Motivation</vt:lpstr>
      <vt:lpstr>Why DFA?</vt:lpstr>
      <vt:lpstr>System Workflow</vt:lpstr>
      <vt:lpstr>Dataset Description</vt:lpstr>
      <vt:lpstr>DFA Logic</vt:lpstr>
      <vt:lpstr>Code Implementation Overview</vt:lpstr>
      <vt:lpstr>Base Paper Summary</vt:lpstr>
      <vt:lpstr>Results</vt:lpstr>
      <vt:lpstr>Limitations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Abdullah Ghaus</dc:creator>
  <cp:keywords/>
  <dc:description>generated using python-pptx</dc:description>
  <cp:lastModifiedBy>Abdullah Ghaus</cp:lastModifiedBy>
  <cp:revision>2</cp:revision>
  <dcterms:created xsi:type="dcterms:W3CDTF">2013-01-27T09:14:16Z</dcterms:created>
  <dcterms:modified xsi:type="dcterms:W3CDTF">2025-12-03T05:58:07Z</dcterms:modified>
  <cp:category/>
</cp:coreProperties>
</file>